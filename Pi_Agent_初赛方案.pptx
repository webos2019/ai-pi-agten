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 Agent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Datawhale · Agent Infra 参赛作品</a:t>
            </a: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Agent Infra 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新智基座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初赛 · 方案 PPT 模板</a:t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Pi Agent — 多 Agent 协同智能助手平台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个人用户跨多信息源（网页/文件/股票/公众号）获取信息，现有聊天机器人无法多步推理、不能跨工具协同、缺乏长期记忆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双层 Agent Loop + 父Agent委托3类子Agent + 7个Skill + 19个工具 + 三层短期记忆 + 向量长期记忆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① 受控Agent运行时（/tasklist+质量门+修正）② 流式插话Steer ③ Skill文件化懒加载零代码扩展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Skill以.md文件定义可零代码迁移；Agent Loop钩子化可复用任何LLM；记忆系统可独立部署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1B1F3B"/>
                </a:solidFill>
                <a:latin typeface="微软雅黑"/>
              </a:rPr>
              <a:t>已完成可运行Web应用（FastAPI+React），支持多会话/流式输出/工具调用/子代理委托/长期记忆/股票分析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文本框 4"/>
          <p:cNvSpPr txBox="1"/>
          <p:nvPr/>
        </p:nvSpPr>
        <p:spPr>
          <a:xfrm>
            <a:off x="244475" y="118935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目标用户：知识工作者（研究员/分析师）、个人投资者、学生/学习者、内容创作者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核心痛点：跨多个信息源手动切换工具效率低；查行情+看技术面+读公众号分析工具分散；缺乏统一入口和长期记忆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真实场景：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  ① 投资研究：用户问"看共进股份603118的技术面和ESG" → 自动获取K线→计算7因子→ESG评分→综合结论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  ② 学习研究：用户问"读一下这个Datawhale教程" → web_fetch抓取→结构化摘要→学习路径建议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  ③ 跨源整合：用户问"总结这篇公众号文章+搜相关资料" → wechat_article提取→委托research子代理搜索→综合输出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可量化价值：跨源信息收集从15-30分钟降至30秒；股票技术分析全自动含ESG；三层记忆+向量长期记忆自动召回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行业可复制性：金融（替换数据源用于基金/债券）、教育（Skill组合适配不同学科）、企业服务（Agent Loop用于运维排障）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1F3B"/>
                </a:solidFill>
                <a:latin typeface="微软雅黑"/>
              </a:rPr>
              <a:t>创新点：①受控Agent运行时 ②流式插话Steer ③Skill文件化懒加载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" y="2390775"/>
            <a:ext cx="5560060" cy="31273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8115" y="5574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（</a:t>
            </a:r>
            <a:r>
              <a:rPr lang="zh-CN" altLang="en-US"/>
              <a:t>示例</a:t>
            </a:r>
            <a:r>
              <a:rPr lang="en-US" altLang="zh-CN"/>
              <a:t>）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05" y="2390775"/>
            <a:ext cx="5485765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801495"/>
            <a:ext cx="7837805" cy="441833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4360" y="105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  <a:latin typeface="微软雅黑"/>
              </a:rPr>
              <a:t>前端层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1250000"/>
            <a:ext cx="2500000" cy="42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React 对话界面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8626" y="1250000"/>
            <a:ext cx="2500000" cy="42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股票分析面板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2892" y="1250000"/>
            <a:ext cx="2500000" cy="42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会话侧栏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158" y="1250000"/>
            <a:ext cx="2500000" cy="42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富文本编辑器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930760" y="1700000"/>
            <a:ext cx="300000" cy="5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0760" y="1695000"/>
            <a:ext cx="1500000" cy="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微软雅黑"/>
              </a:rPr>
              <a:t>NDJSON Stream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158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  <a:latin typeface="微软雅黑"/>
              </a:rPr>
              <a:t>后端层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1780000"/>
            <a:ext cx="10972800" cy="42000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FastAPI Backend — Chat Orchestrator（编排器：会话管理 / 流式分发 / 工具调用 / 子代理委托）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5930760" y="2230000"/>
            <a:ext cx="300000" cy="5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2110000"/>
            <a:ext cx="1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  <a:latin typeface="微软雅黑"/>
              </a:rPr>
              <a:t>Agent Loop（双层循环）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2310000"/>
            <a:ext cx="3200000" cy="46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Pi Agent 受控运行时
/tasklist → 质量门 → 自动修正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8626" y="2310000"/>
            <a:ext cx="3200000" cy="46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Agent Loop 双层循环
LLM ↔ 工具并发执行（asyncio）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42892" y="2310000"/>
            <a:ext cx="3924268" cy="460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Steer 流式插话
用户中途干预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5930760" y="2800000"/>
            <a:ext cx="300000" cy="5000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268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  <a:latin typeface="微软雅黑"/>
              </a:rPr>
              <a:t>子代理 / Skill / 工具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2880000"/>
            <a:ext cx="2000000" cy="2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Research
子代理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3170000"/>
            <a:ext cx="2000000" cy="1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700" b="0">
                <a:solidFill>
                  <a:srgbClr val="6B7280"/>
                </a:solidFill>
                <a:latin typeface="微软雅黑"/>
              </a:rPr>
              <a:t>信息检索
5个工具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37560" y="2880000"/>
            <a:ext cx="2000000" cy="28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Analysis
子代理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7560" y="3170000"/>
            <a:ext cx="2000000" cy="1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700" b="0">
                <a:solidFill>
                  <a:srgbClr val="6B7280"/>
                </a:solidFill>
                <a:latin typeface="微软雅黑"/>
              </a:rPr>
              <a:t>数据分析
3个工具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80760" y="2880000"/>
            <a:ext cx="2000000" cy="280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Writer
子代理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80760" y="3170000"/>
            <a:ext cx="2000000" cy="1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700" b="0">
                <a:solidFill>
                  <a:srgbClr val="6B7280"/>
                </a:solidFill>
                <a:latin typeface="微软雅黑"/>
              </a:rPr>
              <a:t>内容创作
纯LLM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23960" y="2880000"/>
            <a:ext cx="2000000" cy="28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Skill 系统
(7个 .md)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23960" y="3170000"/>
            <a:ext cx="2000000" cy="1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700" b="0">
                <a:solidFill>
                  <a:srgbClr val="6B7280"/>
                </a:solidFill>
                <a:latin typeface="微软雅黑"/>
              </a:rPr>
              <a:t>utility/reader
research/web
stock/wechat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67160" y="2880000"/>
            <a:ext cx="2000000" cy="280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Tool Registry
(19个工具)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67160" y="3170000"/>
            <a:ext cx="2000000" cy="1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700" b="0">
                <a:solidFill>
                  <a:srgbClr val="6B7280"/>
                </a:solidFill>
                <a:latin typeface="微软雅黑"/>
              </a:rPr>
              <a:t>calculator
web_search
stock_quote
wechat_article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335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  <a:latin typeface="微软雅黑"/>
              </a:rPr>
              <a:t>记忆 / LLM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550000"/>
            <a:ext cx="2500000" cy="380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ThreadState
三层短期记忆
(recent+summary+pinned)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18626" y="3550000"/>
            <a:ext cx="2500000" cy="3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UserMemory
长期记忆
(向量搜索 DuckDB)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42892" y="3550000"/>
            <a:ext cx="2500000" cy="380000"/>
          </a:xfrm>
          <a:prstGeom prst="round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DeepSeek API
(LLM 推理引擎)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67158" y="3550000"/>
            <a:ext cx="2500000" cy="3800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000" bIns="36000" lIns="72000" rIns="72000"/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DuckDB
会话持久化
(嵌入式零运维)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Agent 分工：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主Agent（父代理）：对话编排、任务分解、结果综合，拥有全部19个工具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Research子代理：信息检索专家，工具含 web_browse/local-text-read/get_weather 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Analysis子代理：数据分析专家，工具含 calculator/unit_convert/text_transform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Writer子代理：内容创作专家，纯LLM无工具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Pi Agent：受控任务清单生成，显式入口+确定性质量门+自动修正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任务拆解示例：用户"研究京东方，查行情+看技术面+搜新闻"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├─ Task1: stock_quote 查实时行情（直接执行）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├─ Task2: stock_analysis 技术分析（直接执行）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└─ Task3: 委托research子代理 → web_search+web_fetch → 返回结构化摘要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父Agent综合三个Task结果 → 输出最终回答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上下文传递：父Agent→delegate_sub_agent(task,type)→创建子AgentContext(深度+1)→运行子agent_loop→事件转发到父流→tool_result返回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异常处理：LLM超时3次重试+指数退避 | 工具超时30s/120s | 截断容错最多3次 | 子代理嵌套MAX_DEPTH=2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Steer安全边界：只在turn边界生效（不中断工具执行）| 流结束返回409 | 以user角色注入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04415"/>
            <a:ext cx="5283200" cy="296418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2304415"/>
            <a:ext cx="528574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Skill 清单（7个）：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utility-skill（实用工具）：数学计算/日期/单位换算 → 5个工具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reader-skill（信息读取）：文件读取/网页浏览/天气 → 5个工具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research-skill（研究助手）：子代理委托/复杂任务分解 → 5个工具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web-skill（网络研究）：搜索/抓取/GitHub/YouTube/PDF → 6个工具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stock-skill（股票行情）：A股实时行情/搜索/技术分析 → 4个工具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wechat-skill（微信公众号）：公众号文章提取分析 → 3个工具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Skill 规格（front-matter + system_prompt）：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id | tool_names | output_policy | result_policy | routing_hints | fallback_policy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正文 = system_prompt（告诉LLM如何使用工具）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失败处理：fallback_policy → direct-answer(无工具回答) / skip-capability(跳过) / retry(重试)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生命周期：开发(.md文件) → 部署(discover扫描建索引) → 运行(首次get懒加载) → 更新(改文件重启)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对官方Skills复用：兼容OpenAI Function Calling格式 | delegate_sub_agent可委托外部Agent | 可扩展MCP协议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复用价值：Skill层(.md零代码迁移) | 工具层(独立函数拷贝+注册) | Agent Loop(钩子化可复用) | 记忆系统(独立部署)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165" y="2377440"/>
            <a:ext cx="574167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可运行性：Web应用已部署（FastAPI+React），python app.py 即可启动，DuckDB零运维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运行证据：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① 股票分析：输入"000725" → 实时行情+7因子(MACD/RSI/KDJ/CCI/ROC/Williams/DMI)+ESG评分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② 子代理委托："研究这篇公众号文章" → research子代理独立运行，前端显示层级和事件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③ 流式插话：Agent执行中用户发Steer"换方向" → 下一turn调整路径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可观测链路：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会话级: GET /api/conversations/{id}（ThreadState hydration）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长期记忆: GET /api/memories?session_id=xxx（向量搜索结果）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前端展示: 工具调用卡片 | 子代理层级 | Token用量统计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日志: NDJSON含 tool_call/tool_result/sub_agent_start/end 事件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安全治理：XSS过滤(validators.py) | 参数化查询(防SQL注入) | 工具参数校验 | 子代理MAX_DEPTH=2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| 工具超时(30s/120s) | API Key不提交Git | LLM幻觉3次重试+回退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云产品选型：DeepSeek API(必需) | DuckDB(嵌入式零运维) | Uvicorn(ASGI)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边界：不依赖外部向量DB/Redis/对象存储，保持轻量化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0" y="1988820"/>
            <a:ext cx="3830087" cy="21600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1996440"/>
            <a:ext cx="3837275" cy="216000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4288155"/>
            <a:ext cx="3838315" cy="216000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535" y="4303395"/>
            <a:ext cx="38318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可复用成果：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Agent Loop：pi.dev风格双层循环，钩子化设计（拷贝agent_loop.py即用）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Skill系统：文件化定义，front-matter+system_prompt（拷贝skill_registry.py+skills/*.md）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记忆系统：三层短期+向量长期（拷贝thread_state.py+user_memory.py）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工具库：19个开箱即用工具（拷贝tools/目录）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子代理框架：支持递归委托、事件转发（拷贝sub_agent.py）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流式协议：NDJSON chunk+生命周期管理（拷贝stream/目录）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接口契约：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工具注册：tool_registry.register(ChatToolDefinition(name, description, parameters, execute, ...))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Skill定义：skills/*.md（YAML front-matter + Markdown system_prompt）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开源协议：MIT License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第三方依赖：FastAPI / Pydantic / httpx / duckdb / OpenAI SDK（均MIT/Apache 2.0）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9857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当前进展（全部 100% 完成）：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Agent Loop 双层循环 | 子代理系统(3类型) | Skill系统(7个) | 工具库(19个)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短期记忆(三层) | 长期记忆(向量) | Pi Agent受控运行时 | React前端 | 流式输出 | Steer插话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里程碑：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MVP → 多Agent → Skill系统 → 记忆系统 → 流式插话 → 股票分析 → 公众号阅读 → Web研究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落地计划：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初赛提交前：PPT完善 + Demo录制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决赛前：性能优化 + 30+工具 + 更多数据源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决赛阶段：对标AgentTeams，复刻运维故障排查场景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长期：开源社区，发布GitHub，贡献文档和教程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风险控制：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LLM不稳定 → 3次重试+指数退避+回退直接回答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工具超时 → asyncio.wait_for(30s/120s)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子代理嵌套 → MAX_DEPTH=2</a:t>
            </a:r>
          </a:p>
          <a:p>
            <a:pPr>
              <a:spcAft>
                <a:spcPts val="300"/>
              </a:spcAft>
            </a:pPr>
            <a:r>
              <a:rPr sz="900">
                <a:solidFill>
                  <a:srgbClr val="1B1F3B"/>
                </a:solidFill>
                <a:latin typeface="微软雅黑"/>
              </a:rPr>
              <a:t>  向量搜索失败 → 降级空数组，不影响主流程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2328545"/>
            <a:ext cx="4911725" cy="27686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10" y="2458720"/>
            <a:ext cx="5327015" cy="2482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4360" y="1513840"/>
            <a:ext cx="95345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  <a:buClrTx/>
              <a:buSzTx/>
              <a:buFontTx/>
            </a:pPr>
            <a:r>
              <a:rPr sz="1000">
                <a:solidFill>
                  <a:srgbClr val="1B1F3B"/>
                </a:solidFill>
                <a:latin typeface="微软雅黑"/>
              </a:rPr>
              <a:t>1. 成员背景：</a:t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AI工程师 / 全栈开发者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核心技能：Python, FastAPI, React, LLM Agent系统, 向量数据库, TypeScript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2. 团队分工：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架构设计：Agent Loop、Skill系统、记忆系统整体架构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后端开发：FastAPI、工具库(19个)、子代理、Pi Agent受控运行时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前端开发：React+TypeScript、流式解析、富文本编辑器、股票分析面板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测试优化：性能测试、错误处理、安全治理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3. 团队成果：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已完成可运行的LLM Agent平台（FastAPI+React）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实现pi.dev风格Agent Loop双层循环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支持多Agent协同、流式插话、三层记忆+向量长期记忆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B1F3B"/>
                </a:solidFill>
                <a:latin typeface="微软雅黑"/>
              </a:rPr>
              <a:t>   19个工具 + 7个Skill + 3类子代理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